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03 Soc1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ELIXIR may be used in financial reporting contexts where user organizations</a:t>
            </a:r>
          </a:p>
          <a:p>
            <a:r>
              <a:rPr sz="1000">
                <a:solidFill>
                  <a:srgbClr val="222222"/>
                </a:solidFill>
              </a:rP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Objective | Control | Test | Result</a:t>
            </a:r>
          </a:p>
          <a:p>
            <a:r>
              <a:rPr sz="1000">
                <a:solidFill>
                  <a:srgbClr val="222222"/>
                </a:solidFill>
              </a:rPr>
              <a:t>  CO-1: Data Integrity | AIOSS append-only ledger on all mutations | Chain hash verification | PASS</a:t>
            </a:r>
          </a:p>
          <a:p>
            <a:r>
              <a:rPr sz="1000">
                <a:solidFill>
                  <a:srgbClr val="222222"/>
                </a:solidFill>
              </a:rPr>
              <a:t>  CO-2: Access Control | Zero-trust mTLS, no shared credentials | mTLS handshake test | PASS</a:t>
            </a:r>
          </a:p>
          <a:p>
            <a:r>
              <a:rPr sz="1000">
                <a:solidFill>
                  <a:srgbClr val="222222"/>
                </a:solidFill>
              </a:rPr>
              <a:t>  CO-3: Audit Trail | Provenance chain: input→output hashes | Hash roundtrip test | PASS</a:t>
            </a:r>
          </a:p>
          <a:p>
            <a:r>
              <a:rPr sz="1000">
                <a:solidFill>
                  <a:srgbClr val="222222"/>
                </a:solidFill>
              </a:rPr>
              <a:t>  CO-4: Encryption | AES-256-GCM at rest, scrypt key derivation | Known-plaintext test | PASS</a:t>
            </a:r>
          </a:p>
          <a:p>
            <a:r>
              <a:rPr sz="1000">
                <a:solidFill>
                  <a:srgbClr val="222222"/>
                </a:solidFill>
              </a:rPr>
              <a:t>  CO-5: Change Management | Deterministic builds, binary hash in manifest | Source→binary hash | PASS</a:t>
            </a:r>
          </a:p>
          <a:p>
            <a:r>
              <a:rPr sz="1000">
                <a:solidFill>
                  <a:srgbClr val="222222"/>
                </a:solidFill>
              </a:rPr>
              <a:t>  CO-6: Availability | Offline-first, single binary, no cloud SLA | Cold-start test | PASS</a:t>
            </a:r>
          </a:p>
          <a:p>
            <a:r>
              <a:rPr sz="1000">
                <a:solidFill>
                  <a:srgbClr val="222222"/>
                </a:solidFill>
              </a:rPr>
              <a:t>  CO-7: Incident Detection | Local observability, AIOSS anomaly detection | Chain break test | PASS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User organizations are responsible for:</a:t>
            </a:r>
          </a:p>
          <a:p>
            <a:r>
              <a:rPr sz="1000">
                <a:solidFill>
                  <a:srgbClr val="222222"/>
                </a:solidFill>
              </a:rPr>
              <a:t>- Physical security of deployment hardware</a:t>
            </a:r>
          </a:p>
          <a:p>
            <a:r>
              <a:rPr sz="1000">
                <a:solidFill>
                  <a:srgbClr val="222222"/>
                </a:solidFill>
              </a:rPr>
              <a:t>- Network perimeter security</a:t>
            </a:r>
          </a:p>
          <a:p>
            <a:r>
              <a:rPr sz="1000">
                <a:solidFill>
                  <a:srgbClr val="222222"/>
                </a:solidFill>
              </a:rPr>
              <a:t>- Key management (Sovereign Memory password)</a:t>
            </a:r>
          </a:p>
          <a:p>
            <a:r>
              <a:rPr sz="1000">
                <a:solidFill>
                  <a:srgbClr val="222222"/>
                </a:solidFill>
              </a:rP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ELIXIR provides a control environment suitable for financial reporting contexts</a:t>
            </a:r>
          </a:p>
          <a:p>
            <a:r>
              <a:rPr sz="1000">
                <a:solidFill>
                  <a:srgbClr val="222222"/>
                </a:solidFill>
              </a:rP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