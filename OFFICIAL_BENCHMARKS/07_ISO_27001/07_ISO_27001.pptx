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2026-10-02T09:24:45.856782Z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7d5021b245464ba3c7e4b3c6cda23e3e2f0372ae9806eab4231488ce100653a8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2026-10-02T09:24:45.856782Z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