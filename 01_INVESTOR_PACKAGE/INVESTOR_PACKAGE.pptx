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ELIXIR (ACADEMIA_RD)</a:t>
            </a:r>
          </a:p>
          <a:p>
            <a:r>
              <a:t>Upstream: https://github.com/elixir-lang/elixir (BSD)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ELIXIR is an Anticloud FZ LLE integration of (swap) Use: github.com/ncbi/biopython — Bioinformatics tools for research,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BSD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ACADEMIA_RD.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